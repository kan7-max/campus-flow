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594360"/>
            <a:ext cx="2468880" cy="246888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7150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30352"/>
            <a:ext cx="16459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612647"/>
            <a:ext cx="1426464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Yu Gothic"/>
              </a:defRPr>
            </a:pPr>
            <a:r>
              <a:t>新規ユーザー向け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60704"/>
            <a:ext cx="6035040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Yu Gothic"/>
              </a:defRPr>
            </a:pPr>
            <a:r>
              <a:t>課題文を貼るだけ。</a:t>
            </a:r>
            <a:br/>
            <a:r>
              <a:t>今日やることまで整理。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61488"/>
            <a:ext cx="5623560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Yu Gothic"/>
              </a:defRPr>
            </a:pPr>
            <a:r>
              <a:t>Campus Flowは、大学の課題情報をAIで整理するβ版Webアプリです。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840480"/>
            <a:ext cx="2194560" cy="6400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041648"/>
            <a:ext cx="18288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まず1課題を保存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840480"/>
            <a:ext cx="20574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4041648"/>
            <a:ext cx="16459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Yu Gothic"/>
              </a:defRPr>
            </a:pPr>
            <a:r>
              <a:t>Googleログイン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694944"/>
            <a:ext cx="2514600" cy="5212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16367" y="859536"/>
            <a:ext cx="2295144" cy="4882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53044" y="768096"/>
            <a:ext cx="621792" cy="7315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106424"/>
            <a:ext cx="18745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1" y="1627632"/>
            <a:ext cx="2002536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1764792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Yu Gothic"/>
              </a:defRPr>
            </a:pPr>
            <a:r>
              <a:t>今日やること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2020824"/>
            <a:ext cx="16916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レポートを提出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1" y="2468880"/>
            <a:ext cx="2002536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19" y="2606040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Yu Gothic"/>
              </a:defRPr>
            </a:pPr>
            <a:r>
              <a:t>次の締切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2862072"/>
            <a:ext cx="16916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5/31 23:59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2671" y="3310128"/>
            <a:ext cx="2002536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447288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2563EB"/>
                </a:solidFill>
                <a:latin typeface="Yu Gothic"/>
              </a:defRPr>
            </a:pPr>
            <a:r>
              <a:t>AI入力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3703320"/>
            <a:ext cx="16916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課題文を貼る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40112" y="2103120"/>
            <a:ext cx="164592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96144" y="2359152"/>
            <a:ext cx="566928" cy="5669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96144" y="2468879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0232" y="2322576"/>
            <a:ext cx="50292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Yu Gothic"/>
              </a:defRPr>
            </a:pPr>
            <a:r>
              <a:t>改善中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090672"/>
            <a:ext cx="1060704" cy="6766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Yu Gothic"/>
              </a:defRPr>
            </a:pPr>
            <a:r>
              <a:t>使いながら</a:t>
            </a:r>
            <a:br/>
            <a:r>
              <a:t>よくしていく版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92240"/>
            <a:ext cx="7315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594360"/>
            <a:ext cx="2468880" cy="246888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7150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7498079" cy="5120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300" b="1">
                <a:solidFill>
                  <a:srgbClr val="0F172A"/>
                </a:solidFill>
                <a:latin typeface="Yu Gothic"/>
              </a:defRPr>
            </a:pPr>
            <a:r>
              <a:t>Campus Flowでできること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Yu Gothic"/>
              </a:defRPr>
            </a:pPr>
            <a:r>
              <a:t>難しい設定は不要。まずは課題文を貼って、AI候補を確認します。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93391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56815"/>
            <a:ext cx="233172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貼る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24912"/>
            <a:ext cx="2889503" cy="207568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WebClassや授業連絡を</a:t>
            </a:r>
            <a:br/>
            <a:r>
              <a:t>そのまま貼り付け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474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1993391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56815"/>
            <a:ext cx="233172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確認する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724912"/>
            <a:ext cx="2889503" cy="207568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AIが出した課題名・</a:t>
            </a:r>
            <a:br/>
            <a:r>
              <a:t>締切を見直す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37360"/>
            <a:ext cx="3474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7031" y="1993391"/>
            <a:ext cx="566928" cy="5669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56815"/>
            <a:ext cx="233172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今日見る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724912"/>
            <a:ext cx="2889503" cy="207568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Yu Gothic"/>
              </a:defRPr>
            </a:pPr>
            <a:r>
              <a:t>保存した課題を</a:t>
            </a:r>
            <a:br/>
            <a:r>
              <a:t>Todayで確認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12848" y="5349240"/>
            <a:ext cx="77724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532120"/>
            <a:ext cx="71780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Yu Gothic"/>
              </a:defRPr>
            </a:pPr>
            <a:r>
              <a:t>時間割アプリではなく、課題を整理して終わらせるためのアプリです。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7315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594360"/>
            <a:ext cx="2468880" cy="246888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7150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7772400" cy="5120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Yu Gothic"/>
              </a:defRPr>
            </a:pPr>
            <a:r>
              <a:t>はじめて使う流れ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66751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最初はこの4つだけ確認してください。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82496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38528"/>
            <a:ext cx="713232" cy="71323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93976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1956816"/>
            <a:ext cx="38404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Yu Gothic"/>
              </a:defRPr>
            </a:pPr>
            <a:r>
              <a:t>ログイン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9656" y="2551176"/>
            <a:ext cx="3840480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Googleでログインして、ホーム画面へ進みます。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10128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566160"/>
            <a:ext cx="713232" cy="71323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3584448"/>
            <a:ext cx="38404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Yu Gothic"/>
              </a:defRPr>
            </a:pPr>
            <a:r>
              <a:t>AI入力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6" y="4178808"/>
            <a:ext cx="3840480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課題文や授業連絡を貼ります。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682496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8" y="1938528"/>
            <a:ext cx="713232" cy="71323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093976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4" y="1956816"/>
            <a:ext cx="38404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Yu Gothic"/>
              </a:defRPr>
            </a:pPr>
            <a:r>
              <a:t>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2551176"/>
            <a:ext cx="3840480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締切を確認してから保存します。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10128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0528" y="3566160"/>
            <a:ext cx="713232" cy="71323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721608"/>
            <a:ext cx="71323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3584448"/>
            <a:ext cx="38404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Yu Gothic"/>
              </a:defRPr>
            </a:pPr>
            <a: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4178808"/>
            <a:ext cx="3840480" cy="41147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今日やること・次の締切を見ます。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5413248"/>
            <a:ext cx="630936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5596128"/>
            <a:ext cx="56692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  <a:latin typeface="Yu Gothic"/>
              </a:defRPr>
            </a:pPr>
            <a:r>
              <a:t>目標：5分以内に1つ課題を保存できればOK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92240"/>
            <a:ext cx="7315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594360"/>
            <a:ext cx="2468880" cy="246888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7150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8229600" cy="5120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300" b="1">
                <a:solidFill>
                  <a:srgbClr val="0F172A"/>
                </a:solidFill>
                <a:latin typeface="Yu Gothic"/>
              </a:defRPr>
            </a:pPr>
            <a:r>
              <a:t>β版で知っておいてほしいこと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132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Yu Gothic"/>
              </a:defRPr>
            </a:pPr>
            <a:r>
              <a:t>安心して試せるよう、注意点だけ先にまとめます。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93391"/>
            <a:ext cx="566928" cy="5669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56815"/>
            <a:ext cx="22860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Yu Gothic"/>
              </a:defRPr>
            </a:pPr>
            <a:r>
              <a:t>AI結果は確認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24912"/>
            <a:ext cx="2843784" cy="20299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Yu Gothic"/>
              </a:defRPr>
            </a:pPr>
            <a:r>
              <a:t>締切・授業名は</a:t>
            </a:r>
            <a:br/>
            <a:r>
              <a:t>保存前に見直してね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1993391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956815"/>
            <a:ext cx="22860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Yu Gothic"/>
              </a:defRPr>
            </a:pPr>
            <a:r>
              <a:t>連携は任意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724912"/>
            <a:ext cx="2843784" cy="20299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Yu Gothic"/>
              </a:defRPr>
            </a:pPr>
            <a:r>
              <a:t>Googleカレンダーは</a:t>
            </a:r>
            <a:br/>
            <a:r>
              <a:t>使わなくてもOK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4290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8471" y="1993391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956815"/>
            <a:ext cx="22860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  <a:latin typeface="Yu Gothic"/>
              </a:defRPr>
            </a:pPr>
            <a:r>
              <a:t>改善中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724912"/>
            <a:ext cx="2843784" cy="202996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通知・スマホ授業追加・</a:t>
            </a:r>
            <a:br/>
            <a:r>
              <a:t>画像から時間割登録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5376672"/>
            <a:ext cx="80924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5559552"/>
            <a:ext cx="75438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Yu Gothic"/>
              </a:defRPr>
            </a:pPr>
            <a:r>
              <a:t>不具合や分かりにくい点は、そのまま教えてください。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7315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594360"/>
            <a:ext cx="2468880" cy="246888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715000"/>
            <a:ext cx="1828800" cy="1828800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8046720" cy="5120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Yu Gothic"/>
              </a:defRPr>
            </a:pPr>
            <a:r>
              <a:t>使った感想を教えてください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7132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次の改善は、新規ユーザーの声をもとに決めます。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1993391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56815"/>
            <a:ext cx="22402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Yu Gothic"/>
              </a:defRPr>
            </a:pPr>
            <a:r>
              <a:t>迷った場所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24912"/>
            <a:ext cx="2798064" cy="12070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ログイン / AI入力 / 保存 /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373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1993391"/>
            <a:ext cx="566928" cy="5669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956815"/>
            <a:ext cx="22402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Yu Gothic"/>
              </a:defRPr>
            </a:pPr>
            <a:r>
              <a:t>よかった点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724912"/>
            <a:ext cx="2798064" cy="12070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課題整理がラクになったか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373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75904" y="1993391"/>
            <a:ext cx="566928" cy="5669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103120"/>
            <a:ext cx="56692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956815"/>
            <a:ext cx="224028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Yu Gothic"/>
              </a:defRPr>
            </a:pPr>
            <a:r>
              <a:t>不安な点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24912"/>
            <a:ext cx="2798064" cy="12070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AIの間違い / データ / 通知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828032"/>
            <a:ext cx="9738360" cy="8686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084064"/>
            <a:ext cx="90982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報告するとき：端末・ブラウザ・画面名・スクショがあると助かります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27432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Campus Flow β版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73152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