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16636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77240" y="11064240"/>
            <a:ext cx="1828800" cy="1828800"/>
          </a:xfrm>
          <a:prstGeom prst="ellipse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2" y="749808"/>
            <a:ext cx="169164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32103"/>
            <a:ext cx="1472184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Yu Gothic"/>
              </a:defRPr>
            </a:pPr>
            <a:r>
              <a:t>新規ユーザー向け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63040"/>
            <a:ext cx="5440680" cy="2011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4500" b="1">
                <a:solidFill>
                  <a:srgbClr val="0F172A"/>
                </a:solidFill>
                <a:latin typeface="Yu Gothic"/>
              </a:defRPr>
            </a:pPr>
            <a:r>
              <a:t>課題文を</a:t>
            </a:r>
            <a:br/>
            <a:r>
              <a:t>貼るだけ。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49039"/>
            <a:ext cx="5440680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400" b="0">
                <a:solidFill>
                  <a:srgbClr val="475569"/>
                </a:solidFill>
                <a:latin typeface="Yu Gothic"/>
              </a:defRPr>
            </a:pPr>
            <a:r>
              <a:t>AIが課題候補を整理して、</a:t>
            </a:r>
            <a:br/>
            <a:r>
              <a:t>今日やることまでつなげます。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93392" y="5074920"/>
            <a:ext cx="2852928" cy="5440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5239512"/>
            <a:ext cx="2633472" cy="5111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08960" y="5148072"/>
            <a:ext cx="621792" cy="73152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13432" y="5486400"/>
            <a:ext cx="2212848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Yu Gothic"/>
              </a:defRPr>
            </a:pPr>
            <a:r>
              <a:t>Today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9424" y="6007608"/>
            <a:ext cx="2340864" cy="7132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4872" y="6144768"/>
            <a:ext cx="2029968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Yu Gothic"/>
              </a:defRPr>
            </a:pPr>
            <a:r>
              <a:t>今日やること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6400800"/>
            <a:ext cx="202996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レポートを提出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9424" y="6848856"/>
            <a:ext cx="2340864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04872" y="6986016"/>
            <a:ext cx="2029968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Yu Gothic"/>
              </a:defRPr>
            </a:pPr>
            <a:r>
              <a:t>次の締切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7242048"/>
            <a:ext cx="202996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5/31 23:59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49424" y="7690104"/>
            <a:ext cx="2340864" cy="7132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04872" y="7827264"/>
            <a:ext cx="2029968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Yu Gothic"/>
              </a:defRPr>
            </a:pPr>
            <a:r>
              <a:t>AI入力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04872" y="8083296"/>
            <a:ext cx="202996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課題文を貼る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10835640"/>
            <a:ext cx="4709160" cy="6217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11045952"/>
            <a:ext cx="40690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Yu Gothic"/>
              </a:defRPr>
            </a:pPr>
            <a:r>
              <a:t>まず1つ課題を保存してみる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1658600"/>
            <a:ext cx="27432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Campus Flow β版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1658600"/>
            <a:ext cx="77724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16636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77240" y="11064240"/>
            <a:ext cx="1828800" cy="1828800"/>
          </a:xfrm>
          <a:prstGeom prst="ellipse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571500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Yu Gothic"/>
              </a:defRPr>
            </a:pPr>
            <a:r>
              <a:t>できることは3つ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4864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900" b="0">
                <a:solidFill>
                  <a:srgbClr val="475569"/>
                </a:solidFill>
                <a:latin typeface="Yu Gothic"/>
              </a:defRPr>
            </a:pPr>
            <a:r>
              <a:t>最初はこれだけ分かればOK。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5669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640080" cy="6400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69464"/>
            <a:ext cx="6400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3352" y="2423160"/>
            <a:ext cx="434340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Yu Gothic"/>
              </a:defRPr>
            </a:pPr>
            <a:r>
              <a:t>貼る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27832"/>
            <a:ext cx="5029200" cy="8229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100" b="0">
                <a:solidFill>
                  <a:srgbClr val="475569"/>
                </a:solidFill>
                <a:latin typeface="Yu Gothic"/>
              </a:defRPr>
            </a:pPr>
            <a:r>
              <a:t>授業連絡やWebClass文を</a:t>
            </a:r>
            <a:br/>
            <a:r>
              <a:t>そのまま貼り付け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526280"/>
            <a:ext cx="5669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4800600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946904"/>
            <a:ext cx="6400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3352" y="4800600"/>
            <a:ext cx="434340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Yu Gothic"/>
              </a:defRPr>
            </a:pPr>
            <a:r>
              <a:t>確認する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05272"/>
            <a:ext cx="5029200" cy="8229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100" b="0">
                <a:solidFill>
                  <a:srgbClr val="475569"/>
                </a:solidFill>
                <a:latin typeface="Yu Gothic"/>
              </a:defRPr>
            </a:pPr>
            <a:r>
              <a:t>課題名・締切・授業名を</a:t>
            </a:r>
            <a:br/>
            <a:r>
              <a:t>保存前にチェック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6903720"/>
            <a:ext cx="5669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7178040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7324344"/>
            <a:ext cx="6400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3352" y="7178040"/>
            <a:ext cx="434340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Yu Gothic"/>
              </a:defRPr>
            </a:pPr>
            <a:r>
              <a:t>今日見る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7982712"/>
            <a:ext cx="5029200" cy="8229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100" b="0">
                <a:solidFill>
                  <a:srgbClr val="475569"/>
                </a:solidFill>
                <a:latin typeface="Yu Gothic"/>
              </a:defRPr>
            </a:pPr>
            <a:r>
              <a:t>保存した課題を</a:t>
            </a:r>
            <a:br/>
            <a:r>
              <a:t>Todayで確認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9829800"/>
            <a:ext cx="5541264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10094976"/>
            <a:ext cx="49377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700" b="1">
                <a:solidFill>
                  <a:srgbClr val="1E40AF"/>
                </a:solidFill>
                <a:latin typeface="Yu Gothic"/>
              </a:defRPr>
            </a:pPr>
            <a:r>
              <a:t>課題を整理して終わらせるためのアプリです。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1658600"/>
            <a:ext cx="27432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Campus Flow β版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1658600"/>
            <a:ext cx="77724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16636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77240" y="11064240"/>
            <a:ext cx="1828800" cy="1828800"/>
          </a:xfrm>
          <a:prstGeom prst="ellipse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571500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3500" b="1">
                <a:solidFill>
                  <a:srgbClr val="0F172A"/>
                </a:solidFill>
                <a:latin typeface="Yu Gothic"/>
              </a:defRPr>
            </a:pPr>
            <a:r>
              <a:t>はじめての流れ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39496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900" b="0">
                <a:solidFill>
                  <a:srgbClr val="475569"/>
                </a:solidFill>
                <a:latin typeface="Yu Gothic"/>
              </a:defRPr>
            </a:pPr>
            <a:r>
              <a:t>5分で1課題保存できればOK。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5669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68879"/>
            <a:ext cx="658368" cy="65836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06039"/>
            <a:ext cx="65836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423160"/>
            <a:ext cx="42519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Yu Gothic"/>
              </a:defRPr>
            </a:pPr>
            <a:r>
              <a:t>ログイン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944368"/>
            <a:ext cx="42519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900" b="0">
                <a:solidFill>
                  <a:srgbClr val="475569"/>
                </a:solidFill>
                <a:latin typeface="Yu Gothic"/>
              </a:defRPr>
            </a:pPr>
            <a:r>
              <a:t>Googleでログイン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858768"/>
            <a:ext cx="5669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4224528"/>
            <a:ext cx="658368" cy="65836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61688"/>
            <a:ext cx="65836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178807"/>
            <a:ext cx="42519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Yu Gothic"/>
              </a:defRPr>
            </a:pPr>
            <a:r>
              <a:t>AI入力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700016"/>
            <a:ext cx="42519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900" b="0">
                <a:solidFill>
                  <a:srgbClr val="475569"/>
                </a:solidFill>
                <a:latin typeface="Yu Gothic"/>
              </a:defRPr>
            </a:pPr>
            <a:r>
              <a:t>課題文を貼る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614416"/>
            <a:ext cx="5669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980176"/>
            <a:ext cx="658368" cy="65836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6117336"/>
            <a:ext cx="65836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934455"/>
            <a:ext cx="42519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Yu Gothic"/>
              </a:defRPr>
            </a:pPr>
            <a:r>
              <a:t>保存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6455664"/>
            <a:ext cx="42519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900" b="0">
                <a:solidFill>
                  <a:srgbClr val="475569"/>
                </a:solidFill>
                <a:latin typeface="Yu Gothic"/>
              </a:defRPr>
            </a:pPr>
            <a:r>
              <a:t>締切を確認して保存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7370063"/>
            <a:ext cx="5669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7735823"/>
            <a:ext cx="658368" cy="65836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7872983"/>
            <a:ext cx="65836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7690103"/>
            <a:ext cx="42519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Yu Gothic"/>
              </a:defRPr>
            </a:pPr>
            <a:r>
              <a:t>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8211311"/>
            <a:ext cx="42519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900" b="0">
                <a:solidFill>
                  <a:srgbClr val="475569"/>
                </a:solidFill>
                <a:latin typeface="Yu Gothic"/>
              </a:defRPr>
            </a:pPr>
            <a:r>
              <a:t>今日やることを見る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11658600"/>
            <a:ext cx="27432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Campus Flow β版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1658600"/>
            <a:ext cx="77724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16636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77240" y="11064240"/>
            <a:ext cx="1828800" cy="1828800"/>
          </a:xfrm>
          <a:prstGeom prst="ellipse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58064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Yu Gothic"/>
              </a:defRPr>
            </a:pPr>
            <a:r>
              <a:t>β版の注意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4864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900" b="0">
                <a:solidFill>
                  <a:srgbClr val="475569"/>
                </a:solidFill>
                <a:latin typeface="Yu Gothic"/>
              </a:defRPr>
            </a:pPr>
            <a:r>
              <a:t>安心して使うために、ここだけ確認。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56692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640080" cy="64008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69464"/>
            <a:ext cx="6400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3352" y="2423160"/>
            <a:ext cx="434340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Yu Gothic"/>
              </a:defRPr>
            </a:pPr>
            <a:r>
              <a:t>AI結果は確認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27832"/>
            <a:ext cx="5029200" cy="731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100" b="0">
                <a:solidFill>
                  <a:srgbClr val="475569"/>
                </a:solidFill>
                <a:latin typeface="Yu Gothic"/>
              </a:defRPr>
            </a:pPr>
            <a:r>
              <a:t>締切や課題名は</a:t>
            </a:r>
            <a:br/>
            <a:r>
              <a:t>保存前に見直してね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434840"/>
            <a:ext cx="56692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4709159"/>
            <a:ext cx="640080" cy="6400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855464"/>
            <a:ext cx="6400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3352" y="4709159"/>
            <a:ext cx="434340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Yu Gothic"/>
              </a:defRPr>
            </a:pPr>
            <a:r>
              <a:t>カレンダーは任意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13831"/>
            <a:ext cx="5029200" cy="731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100" b="0">
                <a:solidFill>
                  <a:srgbClr val="475569"/>
                </a:solidFill>
                <a:latin typeface="Yu Gothic"/>
              </a:defRPr>
            </a:pPr>
            <a:r>
              <a:t>連携しなくても</a:t>
            </a:r>
            <a:br/>
            <a:r>
              <a:t>基本機能は使えます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6720840"/>
            <a:ext cx="56692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6995159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7141464"/>
            <a:ext cx="6400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3352" y="6995159"/>
            <a:ext cx="434340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Yu Gothic"/>
              </a:defRPr>
            </a:pPr>
            <a:r>
              <a:t>改善中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7799831"/>
            <a:ext cx="5029200" cy="731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Yu Gothic"/>
              </a:defRPr>
            </a:pPr>
            <a:r>
              <a:t>通知・スマホ授業追加・</a:t>
            </a:r>
            <a:br/>
            <a:r>
              <a:t>画像から時間割登録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9829800"/>
            <a:ext cx="53949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10058400"/>
            <a:ext cx="48463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0">
                <a:solidFill>
                  <a:srgbClr val="475569"/>
                </a:solidFill>
                <a:latin typeface="Yu Gothic"/>
              </a:defRPr>
            </a:pPr>
            <a:r>
              <a:t>不具合はそのまま教えてください。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1658600"/>
            <a:ext cx="27432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Campus Flow β版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1658600"/>
            <a:ext cx="77724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166360" y="-457200"/>
            <a:ext cx="1828800" cy="1828800"/>
          </a:xfrm>
          <a:prstGeom prst="ellipse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77240" y="11064240"/>
            <a:ext cx="1828800" cy="1828800"/>
          </a:xfrm>
          <a:prstGeom prst="ellipse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5897880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Yu Gothic"/>
              </a:defRPr>
            </a:pPr>
            <a:r>
              <a:t>感想を教えて</a:t>
            </a:r>
            <a:br/>
            <a:r>
              <a:t>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74519"/>
            <a:ext cx="534924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Yu Gothic"/>
              </a:defRPr>
            </a:pPr>
            <a:r>
              <a:t>次の改善は、使った人の声をもとに決めます。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017520"/>
            <a:ext cx="56692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3291839"/>
            <a:ext cx="640080" cy="6400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438144"/>
            <a:ext cx="6400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3352" y="3291839"/>
            <a:ext cx="434340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Yu Gothic"/>
              </a:defRPr>
            </a:pPr>
            <a:r>
              <a:t>迷った場所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96511"/>
            <a:ext cx="50292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Yu Gothic"/>
              </a:defRPr>
            </a:pPr>
            <a:r>
              <a:t>ログイン / AI入力 / 保存 / Today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074920"/>
            <a:ext cx="56692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5349240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495544"/>
            <a:ext cx="6400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3352" y="5349240"/>
            <a:ext cx="434340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Yu Gothic"/>
              </a:defRPr>
            </a:pPr>
            <a:r>
              <a:t>よかった点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53912"/>
            <a:ext cx="50292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Yu Gothic"/>
              </a:defRPr>
            </a:pPr>
            <a:r>
              <a:t>課題整理がラクになったか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7132320"/>
            <a:ext cx="56692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7406640"/>
            <a:ext cx="640080" cy="64008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7552944"/>
            <a:ext cx="6400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3352" y="7406640"/>
            <a:ext cx="434340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Yu Gothic"/>
              </a:defRPr>
            </a:pPr>
            <a:r>
              <a:t>不安な点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8211312"/>
            <a:ext cx="50292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Yu Gothic"/>
              </a:defRPr>
            </a:pPr>
            <a:r>
              <a:t>AIの間違い / データ / 通知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9601200"/>
            <a:ext cx="5358384" cy="9144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9875520"/>
            <a:ext cx="4846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スクショがあると助かります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1658600"/>
            <a:ext cx="27432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Campus Flow β版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1658600"/>
            <a:ext cx="77724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